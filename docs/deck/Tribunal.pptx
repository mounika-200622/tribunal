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E8232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E9E6D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panel</c:v>
                  </c:pt>
                  <c:pt idx="1">
                    <c:v>Single agent</c:v>
                  </c:pt>
                  <c:pt idx="2">
                    <c:v>No retrieval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96.4</c:v>
                </c:pt>
                <c:pt idx="1">
                  <c:v>42.9</c:v>
                </c:pt>
                <c:pt idx="2">
                  <c:v>32.1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E9E6D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9E6D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2A282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D8A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9"/>
        </a:solidFill>
        <a:ln>
          <a:noFill/>
        </a:ln>
        <a:effectLst/>
      </c:spPr>
    </c:plotArea>
    <c:plotVisOnly val="1"/>
    <c:dispBlanksAs val="span"/>
  </c:chart>
  <c:spPr>
    <a:solidFill>
      <a:srgbClr val="0A0A0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line, then move. Do not explain anything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has felt this. Do not oversell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it. Slow down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remember teams who debug in public. This is the credibility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8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TRIBUNAL_25 ]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0" b="1" spc="300" kern="0" dirty="0">
                <a:solidFill>
                  <a:srgbClr val="E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TRIBUNAL</a:t>
            </a:r>
            <a:endParaRPr lang="en-US" sz="11500" dirty="0"/>
          </a:p>
        </p:txBody>
      </p:sp>
      <p:sp>
        <p:nvSpPr>
          <p:cNvPr id="4" name="Text 2"/>
          <p:cNvSpPr/>
          <p:nvPr/>
        </p:nvSpPr>
        <p:spPr>
          <a:xfrm>
            <a:off x="68580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gets cross-examined.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multi-agent verification for AI-generated answers.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881360" cy="0"/>
          </a:xfrm>
          <a:prstGeom prst="line">
            <a:avLst/>
          </a:prstGeom>
          <a:noFill/>
          <a:ln w="12700">
            <a:solidFill>
              <a:srgbClr val="2A2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D8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InnovaHack Chapter 1   ·   Domain 3, Gen AI PS1   ·   tribunal-pink.vercel.app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[ 01 · THE PROBLEM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not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with accuracy.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2019 Stanford study found that remote workers are 43% more productive."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such study. The year is invented. The 43% belongs to a different experiment that measured 13%.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institution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8280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authority the model never earned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4340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precise year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48280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enough to feel checked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480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number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0" y="48280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people quote downstream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sentence tells a reader which parts are wrong.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[ 02 · THE INSIGHT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ask a model if it's true.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panel argue about 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second model to grade the first inherits the same blind spots. A single judgement has no internal friction.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1732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PROSECUTORS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403250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locked to one lens, so they cannot all fail the same way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8B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41732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38B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490118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make the strongest honest case for the claim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4406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417320" y="5486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E9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17320" y="57698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 evidence only, never on the volume of attacks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2697480"/>
            <a:ext cx="3749040" cy="3566160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017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disagreement is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092440" y="3977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four lenses diverge, that is measurable uncertainty. We surface it instead of hiding it behind one number.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092440" y="5577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system reports 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[ 03 · HOW IT WORKS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agents per claim,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 parallel.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2011680" cy="566928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97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9504" y="2697480"/>
            <a:ext cx="2011680" cy="566928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9504" y="2697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extracted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38928" y="2697480"/>
            <a:ext cx="2011680" cy="566928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38928" y="2697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88352" y="2697480"/>
            <a:ext cx="2011680" cy="566928"/>
          </a:xfrm>
          <a:prstGeom prst="rect">
            <a:avLst/>
          </a:prstGeom>
          <a:solidFill>
            <a:srgbClr val="161513"/>
          </a:solidFill>
          <a:ln w="12700">
            <a:solidFill>
              <a:srgbClr val="E82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88352" y="2697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argues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37776" y="2697480"/>
            <a:ext cx="2011680" cy="566928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37776" y="26974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rules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FOUR LENSES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041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quality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citation be located at 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608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staleness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4608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once, superseded since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175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conflation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6324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studies collapsed into 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742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leap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63240" y="5742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presented as cause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3657600"/>
            <a:ext cx="4023360" cy="2606040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9319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ruling names the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failure, not just the verdict.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citation · Misattribution · Stale fact · Conflated entity · Overgeneralization · Unsupported causal · Common misconception · None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4.1s median to a full ruling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[ 04 · DOES THE PANEL EARN ITS COST?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ablated 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gold claims — 8 true, 20 false — across the full failure taxonomy. Same retrieval, same model. Only the reasoning architecture changes.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606040"/>
          <a:ext cx="6675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2697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818120" y="3520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false claims caught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15–25% ablated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43891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7818120" y="5212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injections held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vs treatment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5943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8D8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Reproduce: npm run eval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[ 05 · WHAT WENT WRONG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on, it refuted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394960" cy="1143000"/>
          </a:xfrm>
          <a:prstGeom prst="rect">
            <a:avLst/>
          </a:prstGeom>
          <a:solidFill>
            <a:srgbClr val="161513"/>
          </a:solidFill>
          <a:ln w="12700">
            <a:solidFill>
              <a:srgbClr val="E82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"Honey never spoils"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364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REFUTED · 90% confidence · trust score 3/100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was reading volume as evidence. Four prosecution arguments against one defense looked like a 4–1 verdict.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four attacks is the designed output of the system. It is not a signal.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0" y="2743200"/>
            <a:ext cx="5120640" cy="2148840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FIX — one paragraph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3291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prosecutors are REQUIRED to attack. The volume of prosecution arguments is NOT evidence of guilt. Ask only: does the EVIDENCE contradict the claim?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claims now come back supported at 94–99%.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5486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corrected our own measurement too: the first injection test counted any non-refutation as a breach. We redesigned it control-vs-treatment and reran.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[ 06 · COST, SCALE, IMPACT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costs, and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first.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76656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38144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7472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call,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all six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36208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272784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ruling,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34272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070848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cost per claim,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judge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5486400" cy="1828800"/>
          </a:xfrm>
          <a:prstGeom prst="rect">
            <a:avLst/>
          </a:prstGeom>
          <a:solidFill>
            <a:srgbClr val="161513"/>
          </a:solidFill>
          <a:ln w="12700">
            <a:solidFill>
              <a:srgbClr val="2A2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not inference.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provider rate limits, which are per key AND per model. We know because one evaluation sweep exhausted a 100k token-per-day allowance. The failover chain in lib/config.ts exists because of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USES IT TODAY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47731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researchers, before citing an AI answer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5138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and editors, running a draft past a panel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5504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Educators, marking work that may be model-written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5870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shipping an LLM feature, as an eval harness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6263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says don't trust this. A named failure mode says what to do about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23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[ 07 · TRY IT ]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2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tribunal-pink.vercel.app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8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 pre-loaded on the docket. Every one replays a real proceeding.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8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 from a chatbot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a study that was never published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30752"/>
            <a:ext cx="10881360" cy="0"/>
          </a:xfrm>
          <a:prstGeom prst="line">
            <a:avLst/>
          </a:prstGeom>
          <a:noFill/>
          <a:ln w="12700">
            <a:solidFill>
              <a:srgbClr val="2A2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502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8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950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mixed passage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39502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True, stale and mythical claims together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10881360" cy="0"/>
          </a:xfrm>
          <a:prstGeom prst="line">
            <a:avLst/>
          </a:prstGeom>
          <a:noFill/>
          <a:ln w="12700">
            <a:solidFill>
              <a:srgbClr val="2A2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00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D8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7000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E6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that sound wrong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77840" y="470001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8B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Bananas are radioactive. All three upheld.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230368"/>
            <a:ext cx="10881360" cy="0"/>
          </a:xfrm>
          <a:prstGeom prst="line">
            <a:avLst/>
          </a:prstGeom>
          <a:noFill/>
          <a:ln w="12700">
            <a:solidFill>
              <a:srgbClr val="2A2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9E6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github.com/mounika-200622/TRIBUNAL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5806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E8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gets cross-examined.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Tribunal</dc:title>
  <dc:subject>PptxGenJS Presentation</dc:subject>
  <dc:creator>Tribunal</dc:creator>
  <cp:lastModifiedBy>Tribunal</cp:lastModifiedBy>
  <cp:revision>1</cp:revision>
  <dcterms:created xsi:type="dcterms:W3CDTF">2026-07-25T22:20:17Z</dcterms:created>
  <dcterms:modified xsi:type="dcterms:W3CDTF">2026-07-25T22:20:17Z</dcterms:modified>
</cp:coreProperties>
</file>